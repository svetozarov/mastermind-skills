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Slab" pitchFamily="2" charset="0"/>
      <p:regular r:id="rId19"/>
      <p:bold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44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6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ГОВОРИТЬ:</a:t>
            </a:r>
          </a:p>
          <a:p>
            <a:r>
              <a:t>Привет! Меня зовут Артём, и сегодня я покажу инструмент, который я сделал для себя — но, надеюсь, он пригодится и вам. Речь пойдёт про проблему, которая знакома многим из нас.</a:t>
            </a:r>
          </a:p>
          <a:p>
            <a:endParaRPr/>
          </a:p>
          <a:p>
            <a:r>
              <a:t>ПЕРЕХОД: Пару слов о себе.</a:t>
            </a:r>
          </a:p>
          <a:p>
            <a:endParaRPr/>
          </a:p>
          <a:p>
            <a:r>
              <a:t>ВРЕМЯ: ~30с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ГОВОРИТЬ:</a:t>
            </a:r>
          </a:p>
          <a:p>
            <a:r>
              <a:t>Пару слов о себе. Я архитектор — проектирую здания уже больше десяти лет. С 2022 года плотно работаю с нейросетями: и с изображениями, и с текстом, и с кодом. За это время накопилось пара десятков разных AI-проектов для работы и для себя. Но вот какая штука. Когда кто-то спрашивает «расскажи, что делаешь» — я честно не знаю, что ответить. Каждый из этих проектов кажется мне слишком простым, слишком маленьким, слишком нишевым. Ничего особенного. И я подозреваю — что не я один такой в этом сообществе.</a:t>
            </a:r>
          </a:p>
          <a:p>
            <a:endParaRPr/>
          </a:p>
          <a:p>
            <a:r>
              <a:t>ПЕРЕХОД: Для тех, кто не в курсе — пару слов о сообществе.</a:t>
            </a:r>
          </a:p>
          <a:p>
            <a:endParaRPr/>
          </a:p>
          <a:p>
            <a:r>
              <a:t>ВРЕМЯ: ~1м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ГОВОРИТЬ:</a:t>
            </a:r>
          </a:p>
          <a:p>
            <a:r>
              <a:t>Для тех, кто не в курсе — Research Mastermind, это больше ста человек. Разработчики, архитекторы, врачи, маркетологи, финансисты — совершенно разные люди. Объединяет одно: все применяют AI в своей работе. Каждую среду собираемся на Research Mastermind — три коротких выступления по пятнадцать минут. Идея простая: делиться опытом, получать свежий взгляд. Но есть проблема.</a:t>
            </a:r>
          </a:p>
          <a:p>
            <a:endParaRPr/>
          </a:p>
          <a:p>
            <a:r>
              <a:t>ПЕРЕХОД: И вот какая.</a:t>
            </a:r>
          </a:p>
          <a:p>
            <a:endParaRPr/>
          </a:p>
          <a:p>
            <a:r>
              <a:t>ВРЕМЯ: ~1м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ГОВОРИТЬ:</a:t>
            </a:r>
          </a:p>
          <a:p>
            <a:r>
              <a:t>Вот цифра, которая меня зацепила. Из ста с лишним человек в сообществе выступают от силы двадцать. Остальные восемьдесят — молчат. Исследования говорят, что от 58 до 82 процентов людей в tech испытывают синдром самозванца. Каждый молчащий участник — это потерянный инсайт для остальных.</a:t>
            </a:r>
          </a:p>
          <a:p>
            <a:endParaRPr/>
          </a:p>
          <a:p>
            <a:r>
              <a:t>ПЕРЕХОД: Я поговорил с участниками.</a:t>
            </a:r>
          </a:p>
          <a:p>
            <a:endParaRPr/>
          </a:p>
          <a:p>
            <a:r>
              <a:t>ВРЕМЯ: ~1.5м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ГОВОРИТЬ:</a:t>
            </a:r>
          </a:p>
          <a:p>
            <a:r>
              <a:t>Тройной барьер. Первое: люди не видят ценности в своём проекте. Второе: не знают, как структурировать и оформить. Третье — боятся сравнения. Все три причины — про восприятие, не про реальность. А что если помочь им увидеть?</a:t>
            </a:r>
          </a:p>
          <a:p>
            <a:endParaRPr/>
          </a:p>
          <a:p>
            <a:r>
              <a:t>ПЕРЕХОД: Так появился Masterminder.</a:t>
            </a:r>
          </a:p>
          <a:p>
            <a:endParaRPr/>
          </a:p>
          <a:p>
            <a:r>
              <a:t>ВРЕМЯ: ~1.5м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ГОВОРИТЬ:</a:t>
            </a:r>
          </a:p>
          <a:p>
            <a:r>
              <a:t>Так появился Masterminder. Это не генератор слайдов — таких полно. Это скорее AI-продюсер. Ты приходишь и говоришь «у меня есть проект». Дальше инструмент берёт у тебя интервью, находит интересный угол подачи, строит структуру выступления, генерирует презентацию и шпаргалку. Технически это набор из восьми Claude Code скиллов.</a:t>
            </a:r>
          </a:p>
          <a:p>
            <a:endParaRPr/>
          </a:p>
          <a:p>
            <a:r>
              <a:t>ПЕРЕХОД: Вот пайплайн.</a:t>
            </a:r>
          </a:p>
          <a:p>
            <a:endParaRPr/>
          </a:p>
          <a:p>
            <a:r>
              <a:t>ВРЕМЯ: ~1.5м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ГОВОРИТЬ:</a:t>
            </a:r>
          </a:p>
          <a:p>
            <a:r>
              <a:rPr dirty="0" err="1"/>
              <a:t>Вот</a:t>
            </a:r>
            <a:r>
              <a:rPr dirty="0"/>
              <a:t> </a:t>
            </a:r>
            <a:r>
              <a:rPr dirty="0" err="1"/>
              <a:t>пайплайн</a:t>
            </a:r>
            <a:r>
              <a:rPr dirty="0"/>
              <a:t> — </a:t>
            </a:r>
            <a:r>
              <a:rPr dirty="0" err="1"/>
              <a:t>шесть</a:t>
            </a:r>
            <a:r>
              <a:rPr dirty="0"/>
              <a:t> </a:t>
            </a:r>
            <a:r>
              <a:rPr dirty="0" err="1"/>
              <a:t>этапов</a:t>
            </a:r>
            <a:r>
              <a:rPr dirty="0"/>
              <a:t>.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интервью</a:t>
            </a:r>
            <a:r>
              <a:rPr dirty="0"/>
              <a:t>: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волны</a:t>
            </a:r>
            <a:r>
              <a:rPr dirty="0"/>
              <a:t>, </a:t>
            </a:r>
            <a:r>
              <a:rPr dirty="0" err="1"/>
              <a:t>тридцать</a:t>
            </a:r>
            <a:r>
              <a:rPr dirty="0"/>
              <a:t> с </a:t>
            </a:r>
            <a:r>
              <a:rPr dirty="0" err="1"/>
              <a:t>лишним</a:t>
            </a:r>
            <a:r>
              <a:rPr dirty="0"/>
              <a:t> </a:t>
            </a:r>
            <a:r>
              <a:rPr dirty="0" err="1"/>
              <a:t>вопросов</a:t>
            </a:r>
            <a:r>
              <a:rPr dirty="0"/>
              <a:t>. </a:t>
            </a:r>
            <a:r>
              <a:rPr dirty="0" err="1"/>
              <a:t>Всё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кнопки</a:t>
            </a:r>
            <a:r>
              <a:rPr dirty="0"/>
              <a:t>. </a:t>
            </a:r>
            <a:r>
              <a:rPr dirty="0" err="1"/>
              <a:t>Дальше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угла</a:t>
            </a:r>
            <a:r>
              <a:rPr dirty="0"/>
              <a:t> </a:t>
            </a:r>
            <a:r>
              <a:rPr dirty="0" err="1"/>
              <a:t>подачи</a:t>
            </a:r>
            <a:r>
              <a:rPr dirty="0"/>
              <a:t>. </a:t>
            </a:r>
            <a:r>
              <a:rPr dirty="0" err="1"/>
              <a:t>Потом</a:t>
            </a:r>
            <a:r>
              <a:rPr dirty="0"/>
              <a:t> </a:t>
            </a:r>
            <a:r>
              <a:rPr dirty="0" err="1"/>
              <a:t>концепция</a:t>
            </a:r>
            <a:r>
              <a:rPr dirty="0"/>
              <a:t>, </a:t>
            </a:r>
            <a:r>
              <a:rPr dirty="0" err="1"/>
              <a:t>контент</a:t>
            </a:r>
            <a:r>
              <a:rPr dirty="0"/>
              <a:t>, </a:t>
            </a:r>
            <a:r>
              <a:rPr dirty="0" err="1"/>
              <a:t>генерация</a:t>
            </a:r>
            <a:r>
              <a:rPr dirty="0"/>
              <a:t> </a:t>
            </a:r>
            <a:r>
              <a:rPr dirty="0" err="1"/>
              <a:t>презентации</a:t>
            </a:r>
            <a:r>
              <a:rPr dirty="0"/>
              <a:t> и </a:t>
            </a:r>
            <a:r>
              <a:rPr dirty="0" err="1"/>
              <a:t>шпаргалка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спикера.</a:t>
            </a:r>
          </a:p>
          <a:p>
            <a:endParaRPr dirty="0"/>
          </a:p>
          <a:p>
            <a:r>
              <a:rPr dirty="0"/>
              <a:t>ПЕРЕХОД: А </a:t>
            </a:r>
            <a:r>
              <a:rPr dirty="0" err="1"/>
              <a:t>вот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отличает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подход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ВРЕМЯ: ~1.5м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ГОВОРИТЬ:</a:t>
            </a:r>
          </a:p>
          <a:p>
            <a:r>
              <a:t>Вот ключевое отличие. Gamma, Beautiful.ai, Canva — отличные инструменты. Но у человека с синдромом самозванца нет текста для слайдов. Ему не слайды нужны — ему нужна помощь на предыдущем этапе. Именно это делает Masterminder. Интервью — сердце инструмента.</a:t>
            </a:r>
          </a:p>
          <a:p>
            <a:endParaRPr/>
          </a:p>
          <a:p>
            <a:r>
              <a:t>ПЕРЕХОД: Теперь — как это сделано.</a:t>
            </a:r>
          </a:p>
          <a:p>
            <a:endParaRPr/>
          </a:p>
          <a:p>
            <a:r>
              <a:t>ВРЕМЯ: ~1.5м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ГОВОРИТЬ:</a:t>
            </a:r>
          </a:p>
          <a:p>
            <a:r>
              <a:t>Каждый скилл — это markdown-файл с инструкцией. Не код. Я описываю, что должен делать каждый этап, а Claude Code выполняет. Весь пайплайн из восьми частей я собрал за пару дней. Скиллы открыты на GitHub.</a:t>
            </a:r>
          </a:p>
          <a:p>
            <a:endParaRPr/>
          </a:p>
          <a:p>
            <a:r>
              <a:t>ПЕРЕХОД: Теперь честно — что не работает.</a:t>
            </a:r>
          </a:p>
          <a:p>
            <a:endParaRPr/>
          </a:p>
          <a:p>
            <a:r>
              <a:t>ВРЕМЯ: ~1м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ГОВОРИТЬ:</a:t>
            </a:r>
          </a:p>
          <a:p>
            <a:r>
              <a:t>Теперь честно — что не работает. Без Gamma дизайн базовый. Тестирован только на себе. 30+ вопросов может утомить. Главный план — дать попробовать вам.</a:t>
            </a:r>
          </a:p>
          <a:p>
            <a:endParaRPr/>
          </a:p>
          <a:p>
            <a:r>
              <a:t>ПЕРЕХОД: Вот я хочу честно спросить.</a:t>
            </a:r>
          </a:p>
          <a:p>
            <a:endParaRPr/>
          </a:p>
          <a:p>
            <a:r>
              <a:t>ВРЕМЯ: ~1.5м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ГОВОРИТЬ:</a:t>
            </a:r>
          </a:p>
          <a:p>
            <a:r>
              <a:t>Кто из вас сейчас думает «мне нечего рассказать»? Проблема не в ваших проектах. Проблема в том, как вы на них смотрите. Если каждый выступит хотя бы раз — представьте, сколько идей мы услышим.</a:t>
            </a:r>
          </a:p>
          <a:p>
            <a:endParaRPr/>
          </a:p>
          <a:p>
            <a:r>
              <a:t>ПЕРЕХОД: И главная мысль.</a:t>
            </a:r>
          </a:p>
          <a:p>
            <a:endParaRPr/>
          </a:p>
          <a:p>
            <a:r>
              <a:t>ВРЕМЯ: ~1м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ГОВОРИТЬ:</a:t>
            </a:r>
          </a:p>
          <a:p>
            <a:r>
              <a:t>Главная мысль: у тебя есть что рассказать. Скиллы на GitHub — ссылка на экране. Пишите мне в Telegram, рад пообщаться. Спасибо!</a:t>
            </a:r>
          </a:p>
          <a:p>
            <a:endParaRPr/>
          </a:p>
          <a:p>
            <a:r>
              <a:t>ВРЕМЯ: ~30с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svg"/><Relationship Id="rId7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40831"/>
            <a:ext cx="130313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Инструмент для тех, </a:t>
            </a:r>
            <a:r>
              <a:rPr lang="en-US" sz="44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кому</a:t>
            </a: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ru-RU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«</a:t>
            </a:r>
            <a:r>
              <a:rPr lang="en-US" sz="44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нечего</a:t>
            </a:r>
            <a:r>
              <a:rPr lang="ru-RU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»</a:t>
            </a: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рассказать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032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AI-продюсер вытаскивает интересное из любого проекта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734672"/>
            <a:ext cx="13042821" cy="35957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93790" y="50257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Артём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Светозаров · Research Mastermind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48339"/>
            <a:ext cx="1255157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78" y="2070735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2016323"/>
            <a:ext cx="7108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СПИКЕР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465308"/>
            <a:ext cx="6924437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Архитектор 10+ лет, </a:t>
            </a:r>
            <a:br>
              <a:rPr lang="ru-RU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</a:t>
            </a:r>
            <a:r>
              <a:rPr lang="en-US" sz="44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практик</a:t>
            </a: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с 2022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4109680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Участник Research Mastermind, работаю с AI с 2022 года. </a:t>
            </a:r>
            <a:b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это время накопилось несколько десятков проектов.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039558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 знаете что?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они кажутся мне скучными.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b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Именно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 этого ощущения и начался Masterminder.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969437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Telegram: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@a_svetozarov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115895" y="1693188"/>
            <a:ext cx="5891570" cy="4843224"/>
          </a:xfrm>
          <a:prstGeom prst="roundRect">
            <a:avLst>
              <a:gd name="adj" fmla="val 703"/>
            </a:avLst>
          </a:prstGeom>
          <a:solidFill>
            <a:srgbClr val="476FD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8682871" y="2234446"/>
            <a:ext cx="50977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«У меня есть пара десятков AI-проектов. И все они кажутся скучными — ну, мне так кажется.»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342709" y="2234446"/>
            <a:ext cx="30480" cy="725805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8342709" y="3215402"/>
            <a:ext cx="54379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Это и есть синдром самозванца в действии. И я с ним знаком лично.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17370"/>
            <a:ext cx="1201460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37498" y="1892975"/>
            <a:ext cx="91404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КОНТЕКСТ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431221"/>
            <a:ext cx="129029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100+ человек делают с AI — и молчат об этом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39852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ообщество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где обмен знаниями — это главная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ценность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этого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существует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Research Mastermind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379476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020604" y="46062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100+ участников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5096708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Разработчики, архитекторы, врачи, маркетологи — все применяют AI в работе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4379476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443776" y="4606290"/>
            <a:ext cx="28669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Research Mastermind</a:t>
            </a:r>
          </a:p>
        </p:txBody>
      </p:sp>
      <p:sp>
        <p:nvSpPr>
          <p:cNvPr id="11" name="Text 9"/>
          <p:cNvSpPr/>
          <p:nvPr/>
        </p:nvSpPr>
        <p:spPr>
          <a:xfrm>
            <a:off x="5443776" y="5096708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спикера × 15 минут каждую среду. Свежий взгляд на реальные проекты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4379476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9866948" y="46062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Главная ценность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66948" y="5096708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Обмен живым опытом — не статьи, не туториалы, а то, что реально работает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41621"/>
            <a:ext cx="2243733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29878" y="1609606"/>
            <a:ext cx="197155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МАСШТАБ ПРОБЛЕМЫ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58591"/>
            <a:ext cx="67417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80 из 100 не выступают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220879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2565916" y="42526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Молчат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74309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 100 не выступают. </a:t>
            </a:r>
            <a:b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Хотя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им точно есть что рассказать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56884" y="3220879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58–82%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9089350" y="4252674"/>
            <a:ext cx="31146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Синдром самозванца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56884" y="474309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испытывают в tech-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сообщест</a:t>
            </a:r>
            <a:b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данным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исследований</a:t>
            </a:r>
            <a: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977142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321232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30906" y="6260630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Каждый молчащий участник — это потерянный инсайт для всего сообщества. </a:t>
            </a: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Это не лень — это барьер.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41928"/>
            <a:ext cx="2264212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37498" y="1217533"/>
            <a:ext cx="197679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ПОЧЕМУ МЫ МОЛЧИМ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7413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Три причины молчать — и все про восприятие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431857"/>
            <a:ext cx="4196358" cy="3037642"/>
          </a:xfrm>
          <a:prstGeom prst="roundRect">
            <a:avLst>
              <a:gd name="adj" fmla="val 1120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81" y="3326249"/>
            <a:ext cx="272177" cy="27217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579" y="6302931"/>
            <a:ext cx="272177" cy="2721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4431" y="3802499"/>
            <a:ext cx="34550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«Мой проект никому неинтересен»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164431" y="4647248"/>
            <a:ext cx="34550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видят ценности в собственном опыте. Кажется, что это очевидно всем остальным.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216962" y="3431857"/>
            <a:ext cx="4196358" cy="3037642"/>
          </a:xfrm>
          <a:prstGeom prst="roundRect">
            <a:avLst>
              <a:gd name="adj" fmla="val 1120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353" y="3326249"/>
            <a:ext cx="272177" cy="27217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751" y="6302931"/>
            <a:ext cx="272177" cy="27217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587603" y="3802499"/>
            <a:ext cx="34550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«Я не умею презентовать»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5587603" y="4647248"/>
            <a:ext cx="34550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знают, как подать материал. Сам опыт есть — слов для него нет.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9640133" y="3431857"/>
            <a:ext cx="4196358" cy="3037642"/>
          </a:xfrm>
          <a:prstGeom prst="roundRect">
            <a:avLst>
              <a:gd name="adj" fmla="val 1120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525" y="3326249"/>
            <a:ext cx="272177" cy="272177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9923" y="6302931"/>
            <a:ext cx="272177" cy="27217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10775" y="3802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«У других круче»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10010775" y="4292918"/>
            <a:ext cx="34550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Боятся сравнения. Смотрят на соседа и занижают собственную планку.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793790" y="67246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Проблема не в проектах — а в том, как авторы на них смотрят.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30593"/>
            <a:ext cx="1125141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29878" y="998577"/>
            <a:ext cx="8529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РЕШЕНИЕ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47562"/>
            <a:ext cx="105815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AI-продюсер, а не генератор слайдов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700576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Masterminder не просит тебя написать текст, чтобы красиво его оформить. Он задаёт вопросы — и сам находит, о чём говорить.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81532"/>
            <a:ext cx="1134070" cy="13976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54674" y="39083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На входе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54674" y="4489490"/>
            <a:ext cx="5563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«У меня есть проект»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079206"/>
            <a:ext cx="1134070" cy="13976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54674" y="5306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На выходе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154674" y="5887164"/>
            <a:ext cx="5563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Готовая презентация + шпаргалка спикера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93790" y="6732032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Кстати, эта </a:t>
            </a:r>
            <a:r>
              <a:rPr lang="en-US" sz="1750" b="1" i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презентация</a:t>
            </a:r>
            <a:r>
              <a:rPr lang="en-US" sz="1750" b="1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b="1" i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сделана</a:t>
            </a:r>
            <a:r>
              <a:rPr lang="en-US" sz="1750" b="1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b="1" i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Masterminder’ом</a:t>
            </a:r>
            <a:r>
              <a:rPr lang="ru-RU" sz="1750" b="1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😂</a:t>
            </a:r>
            <a:endParaRPr lang="en-US" sz="1750" b="1" dirty="0"/>
          </a:p>
        </p:txBody>
      </p:sp>
      <p:sp>
        <p:nvSpPr>
          <p:cNvPr id="13" name="Shape 9"/>
          <p:cNvSpPr/>
          <p:nvPr/>
        </p:nvSpPr>
        <p:spPr>
          <a:xfrm>
            <a:off x="8115895" y="2496503"/>
            <a:ext cx="5891570" cy="4802505"/>
          </a:xfrm>
          <a:prstGeom prst="roundRect">
            <a:avLst>
              <a:gd name="adj" fmla="val 708"/>
            </a:avLst>
          </a:prstGeom>
          <a:solidFill>
            <a:srgbClr val="476FD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0"/>
          <p:cNvSpPr/>
          <p:nvPr/>
        </p:nvSpPr>
        <p:spPr>
          <a:xfrm>
            <a:off x="8342709" y="27233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Что внутри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342709" y="3304461"/>
            <a:ext cx="5437942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Claude Code скиллов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Интервью с кликабельными вариантами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Поиск угла подачи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Генерация структуры и контента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Готовая речь и шпаргалка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70930"/>
            <a:ext cx="1284803" cy="259318"/>
          </a:xfrm>
          <a:prstGeom prst="roundRect">
            <a:avLst>
              <a:gd name="adj" fmla="val 6823"/>
            </a:avLst>
          </a:prstGeom>
          <a:noFill/>
          <a:ln w="762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89754" y="822722"/>
            <a:ext cx="1092875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ЭТО РАБОТАЕТ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3790" y="1068467"/>
            <a:ext cx="775346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 этапов: от разговора до готового пакета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93790" y="1672947"/>
            <a:ext cx="13042821" cy="884515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809030" y="1688187"/>
            <a:ext cx="589717" cy="854035"/>
          </a:xfrm>
          <a:prstGeom prst="roundRect">
            <a:avLst>
              <a:gd name="adj" fmla="val 64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93338" y="1977033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4473" y="183558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Интервью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94473" y="2123361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волны вопросов с кликабельными вариантами ответов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3790" y="2653189"/>
            <a:ext cx="13042821" cy="884515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809030" y="2668429"/>
            <a:ext cx="589717" cy="854035"/>
          </a:xfrm>
          <a:prstGeom prst="roundRect">
            <a:avLst>
              <a:gd name="adj" fmla="val 64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93338" y="2957274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94473" y="281582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Угол подачи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94473" y="3103602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находит, что в проекте действительно интересно аудитории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3790" y="3633430"/>
            <a:ext cx="13042821" cy="884515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809030" y="3648670"/>
            <a:ext cx="589717" cy="854035"/>
          </a:xfrm>
          <a:prstGeom prst="roundRect">
            <a:avLst>
              <a:gd name="adj" fmla="val 64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993338" y="3937516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94473" y="379607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Концепция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94473" y="4083844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Структура выступления + ключевые тезисы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3790" y="4613672"/>
            <a:ext cx="13042821" cy="884515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809030" y="4628912"/>
            <a:ext cx="589717" cy="854035"/>
          </a:xfrm>
          <a:prstGeom prst="roundRect">
            <a:avLst>
              <a:gd name="adj" fmla="val 64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993338" y="4917757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94473" y="477631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Контент слайдов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94473" y="5064085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Текст для каждого слайда + speaker notes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3790" y="5593913"/>
            <a:ext cx="13042821" cy="884515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809030" y="5609153"/>
            <a:ext cx="589717" cy="854035"/>
          </a:xfrm>
          <a:prstGeom prst="roundRect">
            <a:avLst>
              <a:gd name="adj" fmla="val 64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993338" y="5897999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494473" y="575655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Презентация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94473" y="6044327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Генерация готовых слайдов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3790" y="6574155"/>
            <a:ext cx="13042821" cy="884515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809030" y="6589395"/>
            <a:ext cx="589717" cy="854035"/>
          </a:xfrm>
          <a:prstGeom prst="roundRect">
            <a:avLst>
              <a:gd name="adj" fmla="val 64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993338" y="6878241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494473" y="673679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Шпаргалка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494473" y="7024568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Компактный конспект для спикера — выйти и не потеряться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86991"/>
            <a:ext cx="1186101" cy="370642"/>
          </a:xfrm>
          <a:prstGeom prst="roundRect">
            <a:avLst>
              <a:gd name="adj" fmla="val 6609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16186" y="748189"/>
            <a:ext cx="94130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СРАВНЕНИЕ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222534"/>
            <a:ext cx="1035081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Не про слайды — про то, о чём говорить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93790" y="2228255"/>
            <a:ext cx="352365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Gamma / Beautiful.ai / Canva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347" y="2946737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7087" y="2936677"/>
            <a:ext cx="56091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Нужен готовый текст на входе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347" y="3875663"/>
            <a:ext cx="306110" cy="3061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57087" y="3865602"/>
            <a:ext cx="56091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Фокус на дизайне и оформлении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347" y="4804589"/>
            <a:ext cx="306110" cy="3061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57087" y="4794528"/>
            <a:ext cx="56091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Ты уже знаешь, о чём говорить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347" y="5733514"/>
            <a:ext cx="306110" cy="3061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57087" y="5723453"/>
            <a:ext cx="56091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Помогают сделать красиво</a:t>
            </a:r>
            <a:endParaRPr lang="en-US" sz="16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347" y="6662440"/>
            <a:ext cx="306110" cy="30611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57087" y="6652379"/>
            <a:ext cx="56091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Отличные инструменты — просто решают другую задачу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7424857" y="2044541"/>
            <a:ext cx="6566297" cy="5497949"/>
          </a:xfrm>
          <a:prstGeom prst="roundRect">
            <a:avLst>
              <a:gd name="adj" fmla="val 557"/>
            </a:avLst>
          </a:prstGeom>
          <a:solidFill>
            <a:srgbClr val="476FD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0"/>
          <p:cNvSpPr/>
          <p:nvPr/>
        </p:nvSpPr>
        <p:spPr>
          <a:xfrm>
            <a:off x="7628930" y="222825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Masterminder</a:t>
            </a:r>
            <a:endParaRPr lang="en-US" sz="2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5487" y="2946737"/>
            <a:ext cx="306110" cy="30611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92227" y="2936677"/>
            <a:ext cx="54948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знаешь, о чём говорить — с этого и начинаем</a:t>
            </a:r>
            <a:endParaRPr lang="en-US" sz="16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5487" y="3875663"/>
            <a:ext cx="306110" cy="30611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292227" y="3865602"/>
            <a:ext cx="54948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Фокус на содержании и подаче</a:t>
            </a:r>
            <a:endParaRPr lang="en-US" sz="16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5487" y="4804589"/>
            <a:ext cx="306110" cy="30611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292227" y="4794528"/>
            <a:ext cx="54948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Интервью → угол → структура → речь</a:t>
            </a:r>
            <a:endParaRPr lang="en-US" sz="16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5487" y="5733514"/>
            <a:ext cx="306110" cy="30611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8292227" y="5723453"/>
            <a:ext cx="54948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Помогает найти историю внутри проекта</a:t>
            </a:r>
            <a:endParaRPr lang="en-US" sz="16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5487" y="6662440"/>
            <a:ext cx="306110" cy="30611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8292227" y="6652379"/>
            <a:ext cx="54948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Решает задачу до дизайна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21450"/>
            <a:ext cx="1938814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37498" y="1197054"/>
            <a:ext cx="165139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ЭТО СДЕЛАНО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0264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 </a:t>
            </a:r>
            <a:r>
              <a:rPr lang="ru-RU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скиллов</a:t>
            </a: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за </a:t>
            </a:r>
            <a:r>
              <a:rPr lang="en-US" sz="44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пару</a:t>
            </a: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44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дней</a:t>
            </a:r>
            <a:r>
              <a:rPr lang="ru-RU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с помощью </a:t>
            </a: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Claude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30436" y="3411379"/>
            <a:ext cx="5891570" cy="3696772"/>
          </a:xfrm>
          <a:prstGeom prst="roundRect">
            <a:avLst>
              <a:gd name="adj" fmla="val 920"/>
            </a:avLst>
          </a:prstGeom>
          <a:solidFill>
            <a:srgbClr val="476FD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57250" y="36381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Факты о проекте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4219337"/>
            <a:ext cx="5437942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скиллов = markdown-файлы с инструкциями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Code оркестрирует весь процесс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написания кода — только логика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Создано за пару выходных дней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Открыто на GitHub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919674" y="3615452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Я архитектор, не программист. Скиллы — это просто markdown-файлы с инструкциями для Claude. Никакого кода.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919674" y="4545330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Code оркестрирует весь процесс: читает инструкции, задаёт вопросы, генерирует результат.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919674" y="5526286"/>
            <a:ext cx="6924437" cy="1326713"/>
          </a:xfrm>
          <a:prstGeom prst="roundRect">
            <a:avLst>
              <a:gd name="adj" fmla="val 2565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488" y="5870377"/>
            <a:ext cx="283488" cy="2268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56790" y="5809774"/>
            <a:ext cx="59605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Нужно понимать </a:t>
            </a:r>
            <a:r>
              <a:rPr lang="en-US" sz="1600" b="1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логику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процесса</a:t>
            </a:r>
            <a:r>
              <a:rPr lang="ru-RU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а </a:t>
            </a:r>
            <a:r>
              <a:rPr lang="en-US" sz="1600" b="1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уметь писать код.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35380"/>
            <a:ext cx="977146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29878" y="1203365"/>
            <a:ext cx="70496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ЧЕСТНО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52349"/>
            <a:ext cx="60745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Что пока не работает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701290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701290"/>
            <a:ext cx="121920" cy="28109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2524" y="295858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Дизайн без Gamma — базовый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380333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Локальный движок для слайдов слабее. Без интеграции с Gamma выглядит просто.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701290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2701290"/>
            <a:ext cx="121920" cy="28109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65696" y="295858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Протестирован только на себе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65696" y="380333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знаю, как работает для других людей с другими проектами и стилями мышления.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701290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2701290"/>
            <a:ext cx="121920" cy="28109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88868" y="295858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Интервью длинное — 30+ вопросов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988868" y="380333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Кнопки с вариантами ответов сильно помогают, но процесс всё равно занимает время.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793790" y="5767388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6111478"/>
            <a:ext cx="283488" cy="22681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30906" y="6050875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Планы: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дать попробовать участникам сообщества и собрать живой фидбэк. Если хочешь стать первым — пиши.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76995"/>
            <a:ext cx="1526024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37498" y="1752600"/>
            <a:ext cx="123860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ОБСУЖДЕНИЕ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09205"/>
            <a:ext cx="116576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Кто считает, что ему нечего рассказать?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258145"/>
            <a:ext cx="4196358" cy="3294340"/>
          </a:xfrm>
          <a:prstGeom prst="roundRect">
            <a:avLst>
              <a:gd name="adj" fmla="val 103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3484959"/>
            <a:ext cx="680442" cy="68044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672007"/>
            <a:ext cx="306110" cy="306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0604" y="4392216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Кто из вас думает, что ему нечего рассказать?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20604" y="523696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Поднимите руку. Не стесняйтесь — я тоже поднимаю.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216962" y="3258145"/>
            <a:ext cx="4196358" cy="3294340"/>
          </a:xfrm>
          <a:prstGeom prst="roundRect">
            <a:avLst>
              <a:gd name="adj" fmla="val 103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776" y="3484959"/>
            <a:ext cx="680442" cy="680442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672007"/>
            <a:ext cx="306110" cy="3061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43776" y="4392216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Что конкретно мешает заявиться спикером?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5443776" y="523696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Страх? Отсутствие структуры? Ощущение, что «это и так все знают»?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9640133" y="3258145"/>
            <a:ext cx="4196358" cy="3294340"/>
          </a:xfrm>
          <a:prstGeom prst="roundRect">
            <a:avLst>
              <a:gd name="adj" fmla="val 103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6948" y="3484959"/>
            <a:ext cx="680442" cy="680442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3672007"/>
            <a:ext cx="306110" cy="30611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866948" y="4392216"/>
            <a:ext cx="37427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Что, если каждый участник выступит хотя бы раз?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9866948" y="559129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 выступлений = 100 инсайтов, которые сейчас нигде не живут.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7236"/>
            <a:ext cx="1060061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 тебя есть что рассказать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31290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Просто ты этого пока не видишь. Masterminder помогает увидеть.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60516"/>
            <a:ext cx="13042821" cy="35957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93790" y="4491752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97680"/>
            <a:ext cx="4196358" cy="49482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688" y="4151590"/>
            <a:ext cx="680442" cy="68044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5761" y="4355663"/>
            <a:ext cx="272177" cy="27217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084" y="50587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GitHub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051084" y="554914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github.com/svetozarov/mastermind-skills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216962" y="4491752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4297680"/>
            <a:ext cx="4196358" cy="494824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4151590"/>
            <a:ext cx="680442" cy="68044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8933" y="4355663"/>
            <a:ext cx="272177" cy="27217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474256" y="50587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Telegram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5474256" y="554914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@a_svetozarov — Пиши, </a:t>
            </a:r>
            <a:r>
              <a:rPr lang="ru-RU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если есть вопросы</a:t>
            </a:r>
            <a:endParaRPr lang="en-US" sz="1400" dirty="0"/>
          </a:p>
        </p:txBody>
      </p:sp>
      <p:sp>
        <p:nvSpPr>
          <p:cNvPr id="17" name="Shape 9"/>
          <p:cNvSpPr/>
          <p:nvPr/>
        </p:nvSpPr>
        <p:spPr>
          <a:xfrm>
            <a:off x="9640133" y="4491752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4297680"/>
            <a:ext cx="4196358" cy="494824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8032" y="4151590"/>
            <a:ext cx="680442" cy="680442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02105" y="4355663"/>
            <a:ext cx="272177" cy="272177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9897427" y="5058728"/>
            <a:ext cx="28669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Research Mastermind</a:t>
            </a:r>
            <a:endParaRPr lang="en-US" sz="2200" dirty="0"/>
          </a:p>
        </p:txBody>
      </p:sp>
      <p:sp>
        <p:nvSpPr>
          <p:cNvPr id="22" name="Text 11"/>
          <p:cNvSpPr/>
          <p:nvPr/>
        </p:nvSpPr>
        <p:spPr>
          <a:xfrm>
            <a:off x="9897427" y="554914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Подай заявку спикера</a:t>
            </a:r>
            <a:r>
              <a:rPr lang="ru-RU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смело выступай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1578</Words>
  <Application>Microsoft Office PowerPoint</Application>
  <PresentationFormat>Произвольный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Roboto Slab</vt:lpstr>
      <vt:lpstr>Arial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Artem Svetozarov</cp:lastModifiedBy>
  <cp:revision>3</cp:revision>
  <dcterms:created xsi:type="dcterms:W3CDTF">2026-04-06T14:50:07Z</dcterms:created>
  <dcterms:modified xsi:type="dcterms:W3CDTF">2026-04-06T15:19:10Z</dcterms:modified>
</cp:coreProperties>
</file>